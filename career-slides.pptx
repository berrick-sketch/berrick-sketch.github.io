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 and the Future of Screenwriting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Alexandra Berrick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May 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and the Future of Screenwriting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Alexandra Berrick</a:t>
            </a:r>
            <a:br/>
            <a:r>
              <a:rPr/>
              <a:t>AI 109</a:t>
            </a:r>
            <a:br/>
            <a:r>
              <a:rPr/>
              <a:t>Career Focus: Screenwriting for Film and Television</a:t>
            </a:r>
            <a:br/>
            <a:r>
              <a:rPr/>
              <a:t>May 1,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Career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Screenwriters create scripts for films and TV episodes</a:t>
            </a:r>
          </a:p>
          <a:p>
            <a:pPr lvl="0"/>
            <a:r>
              <a:rPr/>
              <a:t>Core work: concepts, outlines, scenes, dialogue, revision</a:t>
            </a:r>
          </a:p>
          <a:p>
            <a:pPr lvl="0"/>
            <a:r>
              <a:rPr/>
              <a:t>TV writing emphasizes collaboration in writers’ rooms</a:t>
            </a:r>
          </a:p>
          <a:p>
            <a:pPr lvl="0"/>
            <a:r>
              <a:rPr/>
              <a:t>Why this career: creativity, storytelling, and cultural impact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Skills That Matter Most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Story structure and pacing</a:t>
            </a:r>
          </a:p>
          <a:p>
            <a:pPr lvl="0"/>
            <a:r>
              <a:rPr/>
              <a:t>Character arcs and emotional stakes</a:t>
            </a:r>
          </a:p>
          <a:p>
            <a:pPr lvl="0"/>
            <a:r>
              <a:rPr/>
              <a:t>Dialogue and subtext</a:t>
            </a:r>
          </a:p>
          <a:p>
            <a:pPr lvl="0"/>
            <a:r>
              <a:rPr/>
              <a:t>Collaboration and feedback response</a:t>
            </a:r>
          </a:p>
          <a:p>
            <a:pPr lvl="0"/>
            <a:r>
              <a:rPr/>
              <a:t>Professional communication (loglines, pitches, one-pagers)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Disruption: What Could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can draft basic outlines and scene options quickly</a:t>
            </a:r>
          </a:p>
          <a:p>
            <a:pPr lvl="0"/>
            <a:r>
              <a:rPr/>
              <a:t>Some entry-level development tasks may be automated</a:t>
            </a:r>
          </a:p>
          <a:p>
            <a:pPr lvl="0"/>
            <a:r>
              <a:rPr/>
              <a:t>AI script coverage tools may reduce traditional reader roles</a:t>
            </a:r>
          </a:p>
          <a:p>
            <a:pPr lvl="0"/>
            <a:r>
              <a:rPr/>
              <a:t>Faster tool output may increase deadline pressure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Disruption: Industry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Potential pressure toward formulaic storytelling</a:t>
            </a:r>
          </a:p>
          <a:p>
            <a:pPr lvl="0"/>
            <a:r>
              <a:rPr/>
              <a:t>Legal and authorship disputes around generated material</a:t>
            </a:r>
          </a:p>
          <a:p>
            <a:pPr lvl="0"/>
            <a:r>
              <a:rPr/>
              <a:t>Confidentiality and data security concerns in script development</a:t>
            </a:r>
          </a:p>
          <a:p>
            <a:pPr lvl="0"/>
            <a:r>
              <a:rPr/>
              <a:t>Need to understand labor protections and contract language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Benefits for Writers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Faster brainstorming when ideas stall</a:t>
            </a:r>
          </a:p>
          <a:p>
            <a:pPr lvl="0"/>
            <a:r>
              <a:rPr/>
              <a:t>Research assistance for first-pass background learning</a:t>
            </a:r>
          </a:p>
          <a:p>
            <a:pPr lvl="0"/>
            <a:r>
              <a:rPr/>
              <a:t>Revision support for clarity and continuity checks</a:t>
            </a:r>
          </a:p>
          <a:p>
            <a:pPr lvl="0"/>
            <a:r>
              <a:rPr/>
              <a:t>Quicker adaptation of pitch documents for different audiences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Gain an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AI for support tasks, not for replacing original authorship</a:t>
            </a:r>
          </a:p>
          <a:p>
            <a:pPr lvl="0"/>
            <a:r>
              <a:rPr/>
              <a:t>Build repeatable workflows for drafting and revision</a:t>
            </a:r>
          </a:p>
          <a:p>
            <a:pPr lvl="0"/>
            <a:r>
              <a:rPr/>
              <a:t>Keep strong focus on voice, emotional truth, and nuance</a:t>
            </a:r>
          </a:p>
          <a:p>
            <a:pPr lvl="0"/>
            <a:r>
              <a:rPr/>
              <a:t>Show ethical and policy literacy about AI in creative work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One-Year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Draft one original TV pilot and one feature outline</a:t>
            </a:r>
          </a:p>
          <a:p>
            <a:pPr lvl="0"/>
            <a:r>
              <a:rPr/>
              <a:t>Run three revision cycles for each project</a:t>
            </a:r>
          </a:p>
          <a:p>
            <a:pPr lvl="0"/>
            <a:r>
              <a:rPr/>
              <a:t>Build and test an AI-assisted workflow checklist</a:t>
            </a:r>
          </a:p>
          <a:p>
            <a:pPr lvl="0"/>
            <a:r>
              <a:rPr/>
              <a:t>Track WGA and media-law updates on AI monthly</a:t>
            </a:r>
          </a:p>
          <a:p>
            <a:pPr lvl="0"/>
            <a:r>
              <a:rPr/>
              <a:t>Practice concise pitch materials for each script idea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will likely change </a:t>
            </a:r>
            <a:r>
              <a:rPr i="1"/>
              <a:t>how</a:t>
            </a:r>
            <a:r>
              <a:rPr/>
              <a:t> screenwriters work, but human writers remain essential for voice, meaning, and emotional depth.</a:t>
            </a:r>
            <a:br/>
            <a:r>
              <a:rPr/>
              <a:t>The strongest future screenwriters will combine storytelling craft with responsible AI fluency.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the Future of Screenwriting</dc:title>
  <dc:creator>Alexandra Berrick</dc:creator>
  <cp:keywords/>
  <dcterms:created xsi:type="dcterms:W3CDTF">2026-05-01T22:48:12Z</dcterms:created>
  <dcterms:modified xsi:type="dcterms:W3CDTF">2026-05-01T22:48:12Z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May 1, 2026</vt:lpwstr>
  </property>
</Properties>
</file>